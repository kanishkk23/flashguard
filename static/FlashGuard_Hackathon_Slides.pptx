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PROPOSED SOLUTION // HACKATHON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FlashGuard — Transforming Zero-Notice Disasters into Life-Saving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21792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wrap="square"/>
          <a:lstStyle/>
          <a:p>
            <a:pPr algn="ctr">
              <a:spcAft>
                <a:spcPts val="1200"/>
              </a:spcAft>
            </a:pPr>
            <a:r>
              <a:rPr b="1" sz="1200">
                <a:solidFill>
                  <a:srgbClr val="F43F5E"/>
                </a:solidFill>
              </a:rPr>
              <a:t>🔴 The Crisis:</a:t>
            </a:r>
            <a:r>
              <a:rPr sz="1100">
                <a:solidFill>
                  <a:srgbClr val="F8FAFC"/>
                </a:solidFill>
              </a:rPr>
              <a:t> Flash floods strike in 15–30 minutes, rendering standard 24hr weather forecasts ineffective for localized cloudburst evacuations.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EA5E9"/>
                </a:solidFill>
              </a:rPr>
              <a:t>🛡️ Our Innovation:</a:t>
            </a:r>
            <a:r>
              <a:rPr sz="1100">
                <a:solidFill>
                  <a:srgbClr val="F8FAFC"/>
                </a:solidFill>
              </a:rPr>
              <a:t> FlashGuard evaluates localized flood risk in &lt; 5ms using multi-source environmental telemetry and machine learning.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2DD4BF"/>
                </a:solidFill>
              </a:rPr>
              <a:t>🌊 4-Factor Hydrology:</a:t>
            </a:r>
            <a:r>
              <a:rPr sz="1100">
                <a:solidFill>
                  <a:srgbClr val="F8FAFC"/>
                </a:solidFill>
              </a:rPr>
              <a:t> Fuses Rainfall Rate + Volumetric Soil Saturation + Mountain Slope Inclination + River Stage into a single risk index.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2DD4BF"/>
                </a:solidFill>
              </a:rPr>
              <a:t>🚨 Multi-Modal Alerting:</a:t>
            </a:r>
            <a:r>
              <a:rPr sz="1100">
                <a:solidFill>
                  <a:srgbClr val="F8FAFC"/>
                </a:solidFill>
              </a:rPr>
              <a:t> Triggers automated dual-tone acoustic sirens and isolates extreme rain hotspots (≥ 60 mm/hr) on Leaflet GIS maps.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2DD4BF"/>
                </a:solidFill>
              </a:rPr>
              <a:t>🤝 Human Safety Impact:</a:t>
            </a:r>
            <a:r>
              <a:rPr sz="1100">
                <a:solidFill>
                  <a:srgbClr val="F8FAFC"/>
                </a:solidFill>
              </a:rPr>
              <a:t> Empowers SDMA officers and local citizens with clear, actionable threat levels (Low, Moderate, High, Extreme).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42976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b="1" sz="1300">
                <a:solidFill>
                  <a:srgbClr val="F43F5E"/>
                </a:solidFill>
              </a:defRPr>
            </a:pPr>
            <a:r>
              <a:t>1. Localized Cloudburst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Sudden rainfall intensity spike in mountain catchment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2788920"/>
            <a:ext cx="42976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b="1" sz="1300">
                <a:solidFill>
                  <a:srgbClr val="0EA5E9"/>
                </a:solidFill>
              </a:defRPr>
            </a:pPr>
            <a:r>
              <a:t>2. Multi-Sensor Fusion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Rain (1h) + Soil Moisture + Terrain Slope + River Stage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3931920"/>
            <a:ext cx="42976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b="1" sz="1300">
                <a:solidFill>
                  <a:srgbClr val="F59E0B"/>
                </a:solidFill>
              </a:defRPr>
            </a:pPr>
            <a:r>
              <a:t>3. AI Hydro-ML Model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Random Forest risk scoring in &lt; 5 milliseconds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5074920"/>
            <a:ext cx="42976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4. Evacuation Siren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Automated Web Audio alarm + GIS Hotspot 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TECHNICAL APPROACH //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End-to-End System Pipeline — Data Ingestion to Microsecond ML &amp; Audio Sirens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5486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1. DATA INGESTION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47472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defRPr b="1" sz="1200">
                <a:solidFill>
                  <a:srgbClr val="F8FAFC"/>
                </a:solidFill>
              </a:defRPr>
            </a:pPr>
            <a:r>
              <a:t>• Open-Meteo REST API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Live precipitation &amp; temperature fetching per state coordinates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DEM Slope &amp; Elevation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Terrain inclination database mapping slope exposure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4-Slider Calibration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Manual stress-testing override for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2. FLASK &amp; ML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86000"/>
            <a:ext cx="347472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defRPr b="1" sz="1200">
                <a:solidFill>
                  <a:srgbClr val="F8FAFC"/>
                </a:solidFill>
              </a:defRPr>
            </a:pPr>
            <a:r>
              <a:t>• Flask Backend (app.py)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REST controller &amp; telemetry aggregation layer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Random Forest Model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Trained on 15,000 hydro-geological samples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Microsecond Inference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&lt; 5ms risk score computation (0 - 100)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3. FRONTEND &amp; ALERTS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2286000"/>
            <a:ext cx="347472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defRPr b="1" sz="1200">
                <a:solidFill>
                  <a:srgbClr val="F8FAFC"/>
                </a:solidFill>
              </a:defRPr>
            </a:pPr>
            <a:r>
              <a:t>• Leaflet.js GIS Map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CartoDB Voyager tiles + state hotspot markers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Risk Score Gauge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Dynamic SVG gauge ring with continuous score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Dual Audio Siren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Web Audio API synth + local MP3 audio fallback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