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slide_1_solution_17879257431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slide_2_architecture_17879258129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